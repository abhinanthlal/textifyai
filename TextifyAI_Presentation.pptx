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45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Smart Study Notes Generator</a:t>
            </a:r>
          </a:p>
          <a:p>
            <a:pPr algn="ctr">
              <a:defRPr sz="3000" b="1">
                <a:solidFill>
                  <a:srgbClr val="6366F1"/>
                </a:solidFill>
              </a:defRPr>
            </a:pPr>
            <a:r>
              <a:t>TextifyAI</a:t>
            </a:r>
          </a:p>
          <a:p>
            <a:pPr algn="ctr">
              <a:defRPr sz="2000" i="1">
                <a:solidFill>
                  <a:srgbClr val="A5B4FC"/>
                </a:solidFill>
              </a:defRPr>
            </a:pPr>
            <a:r>
              <a:t>"Turn long text into clear, concise insights."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291840"/>
            <a:ext cx="7616952" cy="256032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3474720"/>
            <a:ext cx="70683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Course / Department:      MCA Generative AI (Individual Mini Project)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Institution:              SRM Institute of Science and Technology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Technology:               Python, Flask, Hugging Face Transformers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Pre-trained Model:        facebook/bart-large-cnn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Aim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0152" cy="146304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8115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AIM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To develop a small Python web application that takes a paragraph of text from the user and generates a short summary and a set of key points using a pre-trained Generative AI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0360152" cy="274320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98115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OBJECTIVES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Summarize lengthy study material using pre-trained sequence-to-sequence Transformers.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Extract approximately 3-5 salient key study points capturing the core thesis.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Accurately calculate original and summary word counts.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Compute percentage text reduction using: ((Original Words - Summary Words) / Original Words) * 100.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Provide a responsive, modern, user-friendly web interface for live student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Technology Stack &amp; Working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TECHNOLOGIES USED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Python 3.11: Backend core programming language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Flask: Lightweight WSGI REST API web framework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Hugging Face Transformers: NLP pipeline interface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facebook/bart-large-cnn: Pre-trained sequence-to-sequence model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HTML5, CSS3, JavaScript: Modern responsive glassmorphic UI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Gunicorn: Production WSGI server for cloud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WORKING FLOW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1. User pastes a paragraph into the TextifyAI textarea.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2. Input validation verifies text presence (min 15 words).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3. Text is fed into facebook/bart-large-cnn pipeline.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4. Model encodes context and autoregressively generates abstract.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5. Sentence importance ranking extracts 3-5 key points.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6. Word counts and exact reduction percentage are calculated.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7. Results are dynamically rendered in the UI with copy &amp; audio.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Implementation &amp;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0152" cy="292608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EXPERIMENTAL TEST RUNS</a:t>
            </a:r>
          </a:p>
          <a:p>
            <a:pPr>
              <a:defRPr sz="1400" b="1">
                <a:solidFill>
                  <a:srgbClr val="A5B4FC"/>
                </a:solidFill>
              </a:defRPr>
            </a:pPr>
            <a:r>
              <a:t>TEST 1: Artificial Intelligence: 94 words -&gt; 45 words | 52.13% Reduction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 Takeaway: Ethical and medical applications retained seamlessly.</a:t>
            </a:r>
          </a:p>
          <a:p>
            <a:pPr>
              <a:defRPr sz="1400" b="1">
                <a:solidFill>
                  <a:srgbClr val="A5B4FC"/>
                </a:solidFill>
              </a:defRPr>
            </a:pPr>
            <a:r>
              <a:t>TEST 2: Climate Change: 86 words -&gt; 45 words | 47.67% Reduction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 Takeaway: Causes (emissions) and mitigations (renewables) preserved.</a:t>
            </a:r>
          </a:p>
          <a:p>
            <a:pPr>
              <a:defRPr sz="1400" b="1">
                <a:solidFill>
                  <a:srgbClr val="A5B4FC"/>
                </a:solidFill>
              </a:defRPr>
            </a:pPr>
            <a:r>
              <a:t>TEST 3: Online Education: 101 words -&gt; 45 words | 55.45% Reduction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 Takeaway: Democratization balanced with isolation challenges.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360152" cy="146304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QUALITY OBSERVATION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The generated summaries exhibited high topical relevance, fluent grammatical coherence, and excellent conciseness without factual hallucination. Key points successfully captured the core thesis of each paragraph.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Conclusion, Roadmap &amp; Live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CONCLUSION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TextifyAI successfully applies pre-trained Generative AI (BART) to solve the challenge of information overload for students. It satisfies all criteria of an individual college mini project with 100% working code, accurate reduction analytics, and zero-cost hosting.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FUTURE ENHANCEMENTS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Multi-format document parsing (PDF, DOCX, EPUB)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Cross-lingual summarization in 10+ regional languages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Export generated notes directly to PDF or Notion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Contextual Q&amp;A flashcards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solidFill>
            <a:srgbClr val="161E31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LIVE DEPLOYED LINK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The application is publicly accessible and ready for teacher evaluation: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🌐 LIVE WEBSITE URL:</a:t>
            </a:r>
            <a:br/>
            <a:r>
              <a:t>https://textify-ai-srnm.onrender.com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Local Run URL:</a:t>
            </a:r>
            <a:br/>
            <a:r>
              <a:t>http://127.0.0.1:5000</a:t>
            </a:r>
          </a:p>
          <a:p>
            <a:pPr>
              <a:defRPr sz="1200" i="1">
                <a:solidFill>
                  <a:srgbClr val="94A3B8"/>
                </a:solidFill>
              </a:defRPr>
            </a:pPr>
            <a:r>
              <a:t>Includes interactive in-browser slide deck at /slides with zero external dependency.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